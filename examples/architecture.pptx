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with Mermaid to Slides. Nodes and freeform lines are editable. Lines do not automatically reroute when nodes move.
Mermaid source:
flowchart TB
  A([Web client]) --&gt; B[API gateway]
  B --&gt; C[Auth service]
  B --&gt; D[Application service]
  D --&gt; E[(Database)]
  D -.-&gt; F[(Cache)]
  C --&gt; 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ram title"/>
          <p:cNvSpPr/>
          <p:nvPr/>
        </p:nvSpPr>
        <p:spPr>
          <a:xfrm>
            <a:off x="548640" y="347472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333"/>
                </a:solidFill>
              </a:rPr>
              <a:t>A simple web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1672" cy="0"/>
          </a:xfrm>
          <a:prstGeom prst="line">
            <a:avLst/>
          </a:prstGeom>
          <a:noFill/>
          <a:ln w="12700">
            <a:solidFill>
              <a:srgbClr val="138264"/>
            </a:solidFill>
            <a:prstDash val="solid"/>
          </a:ln>
        </p:spPr>
      </p:sp>
      <p:sp>
        <p:nvSpPr>
          <p:cNvPr id="4" name="edge:e0"/>
          <p:cNvSpPr/>
          <p:nvPr/>
        </p:nvSpPr>
        <p:spPr>
          <a:xfrm>
            <a:off x="6096000" y="2003107"/>
            <a:ext cx="1" cy="690944"/>
          </a:xfrm>
          <a:custGeom>
            <a:avLst/>
            <a:gdLst/>
            <a:ahLst/>
            <a:cxnLst/>
            <a:rect l="0" t="0" r="r" b="b"/>
            <a:pathLst>
              <a:path w="1" h="690944" fill="none">
                <a:moveTo>
                  <a:pt x="0" y="0"/>
                </a:moveTo>
                <a:lnTo>
                  <a:pt x="0" y="345472"/>
                </a:lnTo>
                <a:lnTo>
                  <a:pt x="0" y="690944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edge:e1"/>
          <p:cNvSpPr/>
          <p:nvPr/>
        </p:nvSpPr>
        <p:spPr>
          <a:xfrm>
            <a:off x="6595217" y="3296412"/>
            <a:ext cx="572631" cy="690944"/>
          </a:xfrm>
          <a:custGeom>
            <a:avLst/>
            <a:gdLst/>
            <a:ahLst/>
            <a:cxnLst/>
            <a:rect l="0" t="0" r="r" b="b"/>
            <a:pathLst>
              <a:path w="572631" h="690944" fill="none">
                <a:moveTo>
                  <a:pt x="0" y="0"/>
                </a:moveTo>
                <a:lnTo>
                  <a:pt x="572631" y="345472"/>
                </a:lnTo>
                <a:lnTo>
                  <a:pt x="572631" y="690944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dge:e2"/>
          <p:cNvSpPr/>
          <p:nvPr/>
        </p:nvSpPr>
        <p:spPr>
          <a:xfrm>
            <a:off x="5112734" y="3296412"/>
            <a:ext cx="525306" cy="690944"/>
          </a:xfrm>
          <a:custGeom>
            <a:avLst/>
            <a:gdLst/>
            <a:ahLst/>
            <a:cxnLst/>
            <a:rect l="0" t="0" r="r" b="b"/>
            <a:pathLst>
              <a:path w="525306" h="690944" fill="none">
                <a:moveTo>
                  <a:pt x="525306" y="0"/>
                </a:moveTo>
                <a:lnTo>
                  <a:pt x="0" y="345472"/>
                </a:lnTo>
                <a:lnTo>
                  <a:pt x="0" y="690944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edge:e3"/>
          <p:cNvSpPr/>
          <p:nvPr/>
        </p:nvSpPr>
        <p:spPr>
          <a:xfrm>
            <a:off x="5570693" y="4589717"/>
            <a:ext cx="992957" cy="690944"/>
          </a:xfrm>
          <a:custGeom>
            <a:avLst/>
            <a:gdLst/>
            <a:ahLst/>
            <a:cxnLst/>
            <a:rect l="0" t="0" r="r" b="b"/>
            <a:pathLst>
              <a:path w="992957" h="690944" fill="none">
                <a:moveTo>
                  <a:pt x="0" y="0"/>
                </a:moveTo>
                <a:lnTo>
                  <a:pt x="525306" y="345472"/>
                </a:lnTo>
                <a:lnTo>
                  <a:pt x="992957" y="690944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edge:e4"/>
          <p:cNvSpPr/>
          <p:nvPr/>
        </p:nvSpPr>
        <p:spPr>
          <a:xfrm>
            <a:off x="5024152" y="4589717"/>
            <a:ext cx="47325" cy="690944"/>
          </a:xfrm>
          <a:custGeom>
            <a:avLst/>
            <a:gdLst/>
            <a:ahLst/>
            <a:cxnLst/>
            <a:rect l="0" t="0" r="r" b="b"/>
            <a:pathLst>
              <a:path w="47325" h="690944" fill="none">
                <a:moveTo>
                  <a:pt x="47325" y="0"/>
                </a:moveTo>
                <a:lnTo>
                  <a:pt x="0" y="345472"/>
                </a:lnTo>
                <a:lnTo>
                  <a:pt x="0" y="690944"/>
                </a:lnTo>
              </a:path>
            </a:pathLst>
          </a:custGeom>
          <a:noFill/>
          <a:ln w="15240">
            <a:solidFill>
              <a:srgbClr val="64748B"/>
            </a:solidFill>
            <a:prstDash val="dash"/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edge:e5"/>
          <p:cNvSpPr/>
          <p:nvPr/>
        </p:nvSpPr>
        <p:spPr>
          <a:xfrm>
            <a:off x="7125717" y="4589717"/>
            <a:ext cx="42131" cy="690944"/>
          </a:xfrm>
          <a:custGeom>
            <a:avLst/>
            <a:gdLst/>
            <a:ahLst/>
            <a:cxnLst/>
            <a:rect l="0" t="0" r="r" b="b"/>
            <a:pathLst>
              <a:path w="42131" h="690944" fill="none">
                <a:moveTo>
                  <a:pt x="42131" y="0"/>
                </a:moveTo>
                <a:lnTo>
                  <a:pt x="42131" y="345472"/>
                </a:lnTo>
                <a:lnTo>
                  <a:pt x="0" y="690944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node:A"/>
          <p:cNvSpPr/>
          <p:nvPr/>
        </p:nvSpPr>
        <p:spPr>
          <a:xfrm>
            <a:off x="5281041" y="1400747"/>
            <a:ext cx="1629918" cy="602361"/>
          </a:xfrm>
          <a:prstGeom prst="roundRect">
            <a:avLst>
              <a:gd name="adj" fmla="val 50000"/>
            </a:avLst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client</a:t>
            </a:r>
            <a:endParaRPr lang="en-US" sz="1256" dirty="0"/>
          </a:p>
        </p:txBody>
      </p:sp>
      <p:sp>
        <p:nvSpPr>
          <p:cNvPr id="11" name="node:B"/>
          <p:cNvSpPr/>
          <p:nvPr/>
        </p:nvSpPr>
        <p:spPr>
          <a:xfrm>
            <a:off x="5281041" y="2694051"/>
            <a:ext cx="1629918" cy="602361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256" dirty="0"/>
          </a:p>
        </p:txBody>
      </p:sp>
      <p:sp>
        <p:nvSpPr>
          <p:cNvPr id="12" name="node:C"/>
          <p:cNvSpPr/>
          <p:nvPr/>
        </p:nvSpPr>
        <p:spPr>
          <a:xfrm>
            <a:off x="6352889" y="3987356"/>
            <a:ext cx="1629918" cy="602361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256" dirty="0"/>
          </a:p>
        </p:txBody>
      </p:sp>
      <p:sp>
        <p:nvSpPr>
          <p:cNvPr id="13" name="node:D"/>
          <p:cNvSpPr/>
          <p:nvPr/>
        </p:nvSpPr>
        <p:spPr>
          <a:xfrm>
            <a:off x="4297775" y="3987356"/>
            <a:ext cx="1629918" cy="602361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service</a:t>
            </a:r>
            <a:endParaRPr lang="en-US" sz="1256" dirty="0"/>
          </a:p>
        </p:txBody>
      </p:sp>
      <p:sp>
        <p:nvSpPr>
          <p:cNvPr id="14" name="node:E"/>
          <p:cNvSpPr/>
          <p:nvPr/>
        </p:nvSpPr>
        <p:spPr>
          <a:xfrm>
            <a:off x="6264307" y="5280660"/>
            <a:ext cx="1629918" cy="761810"/>
          </a:xfrm>
          <a:prstGeom prst="can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56" dirty="0"/>
          </a:p>
        </p:txBody>
      </p:sp>
      <p:sp>
        <p:nvSpPr>
          <p:cNvPr id="15" name="node:F"/>
          <p:cNvSpPr/>
          <p:nvPr/>
        </p:nvSpPr>
        <p:spPr>
          <a:xfrm>
            <a:off x="4209193" y="5280660"/>
            <a:ext cx="1629918" cy="761810"/>
          </a:xfrm>
          <a:prstGeom prst="can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2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simple web architecture</dc:title>
  <dc:subject>Editable Mermaid flowchart</dc:subject>
  <dc:creator>Mermaid to Slides</dc:creator>
  <cp:lastModifiedBy>Mermaid to Slides</cp:lastModifiedBy>
  <cp:revision>1</cp:revision>
  <dcterms:created xsi:type="dcterms:W3CDTF">2026-09-10T07:24:35Z</dcterms:created>
  <dcterms:modified xsi:type="dcterms:W3CDTF">2026-09-10T07:24:35Z</dcterms:modified>
</cp:coreProperties>
</file>